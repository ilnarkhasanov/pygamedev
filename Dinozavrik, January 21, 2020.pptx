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Montserrat Alternate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22" Type="http://schemas.openxmlformats.org/officeDocument/2006/relationships/font" Target="fonts/MontserratAlternates-bold.fntdata"/><Relationship Id="rId10" Type="http://schemas.openxmlformats.org/officeDocument/2006/relationships/slide" Target="slides/slide5.xml"/><Relationship Id="rId21" Type="http://schemas.openxmlformats.org/officeDocument/2006/relationships/font" Target="fonts/MontserratAlternates-regular.fntdata"/><Relationship Id="rId13" Type="http://schemas.openxmlformats.org/officeDocument/2006/relationships/font" Target="fonts/Raleway-regular.fntdata"/><Relationship Id="rId24" Type="http://schemas.openxmlformats.org/officeDocument/2006/relationships/font" Target="fonts/MontserratAlternates-boldItalic.fntdata"/><Relationship Id="rId12" Type="http://schemas.openxmlformats.org/officeDocument/2006/relationships/slide" Target="slides/slide7.xml"/><Relationship Id="rId23" Type="http://schemas.openxmlformats.org/officeDocument/2006/relationships/font" Target="fonts/MontserratAlternate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6de1c41f5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6de1c41f5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ab1d304709ea5b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ab1d304709ea5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de1c41f5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de1c41f5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6de1c41f5d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6de1c41f5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de1c41f5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de1c41f5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6de1c41f5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6de1c41f5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Montserrat Alternates"/>
                <a:ea typeface="Montserrat Alternates"/>
                <a:cs typeface="Montserrat Alternates"/>
                <a:sym typeface="Montserrat Alternates"/>
              </a:rPr>
              <a:t>Dinozavrik</a:t>
            </a:r>
            <a:endParaRPr>
              <a:latin typeface="Montserrat Alternates"/>
              <a:ea typeface="Montserrat Alternates"/>
              <a:cs typeface="Montserrat Alternates"/>
              <a:sym typeface="Montserrat Alternates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Хасанов Ильнар, 10 класс, Казань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Montserrat Alternates"/>
                <a:ea typeface="Montserrat Alternates"/>
                <a:cs typeface="Montserrat Alternates"/>
                <a:sym typeface="Montserrat Alternates"/>
              </a:rPr>
              <a:t>У вас когда нибудь отключался интернет?</a:t>
            </a:r>
            <a:endParaRPr>
              <a:latin typeface="Montserrat Alternates"/>
              <a:ea typeface="Montserrat Alternates"/>
              <a:cs typeface="Montserrat Alternates"/>
              <a:sym typeface="Montserrat Alternates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Montserrat Alternates"/>
              <a:ea typeface="Montserrat Alternates"/>
              <a:cs typeface="Montserrat Alternates"/>
              <a:sym typeface="Montserrat Alternate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000">
                <a:latin typeface="Montserrat Alternates"/>
                <a:ea typeface="Montserrat Alternates"/>
                <a:cs typeface="Montserrat Alternates"/>
                <a:sym typeface="Montserrat Alternates"/>
              </a:rPr>
              <a:t>Игра сделана по подобию игры из браузера Google Chrome, которая открывается при отключении интернета.</a:t>
            </a:r>
            <a:endParaRPr sz="2000">
              <a:latin typeface="Montserrat Alternates"/>
              <a:ea typeface="Montserrat Alternates"/>
              <a:cs typeface="Montserrat Alternates"/>
              <a:sym typeface="Montserrat Alternate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Montserrat Alternates"/>
                <a:ea typeface="Montserrat Alternates"/>
                <a:cs typeface="Montserrat Alternates"/>
                <a:sym typeface="Montserrat Alternates"/>
              </a:rPr>
              <a:t>Кому будет интересна эта игра?</a:t>
            </a:r>
            <a:endParaRPr>
              <a:latin typeface="Montserrat Alternates"/>
              <a:ea typeface="Montserrat Alternates"/>
              <a:cs typeface="Montserrat Alternates"/>
              <a:sym typeface="Montserrat Alternates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100">
                <a:latin typeface="Montserrat Alternates"/>
                <a:ea typeface="Montserrat Alternates"/>
                <a:cs typeface="Montserrat Alternates"/>
                <a:sym typeface="Montserrat Alternates"/>
              </a:rPr>
              <a:t>Для </a:t>
            </a:r>
            <a:r>
              <a:rPr lang="en-GB" sz="2100">
                <a:latin typeface="Montserrat Alternates"/>
                <a:ea typeface="Montserrat Alternates"/>
                <a:cs typeface="Montserrat Alternates"/>
                <a:sym typeface="Montserrat Alternates"/>
              </a:rPr>
              <a:t>детей эту игру можно использовать в качестве тренажёра своей реакции и моторики. Для взрослых эта игра может выступать в качестве антистресса после тяжелого дня.</a:t>
            </a:r>
            <a:endParaRPr sz="2100">
              <a:latin typeface="Montserrat Alternates"/>
              <a:ea typeface="Montserrat Alternates"/>
              <a:cs typeface="Montserrat Alternates"/>
              <a:sym typeface="Montserrat Alternat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Montserrat Alternates"/>
                <a:ea typeface="Montserrat Alternates"/>
                <a:cs typeface="Montserrat Alternates"/>
                <a:sym typeface="Montserrat Alternates"/>
              </a:rPr>
              <a:t>Скриншоты</a:t>
            </a:r>
            <a:endParaRPr>
              <a:latin typeface="Montserrat Alternates"/>
              <a:ea typeface="Montserrat Alternates"/>
              <a:cs typeface="Montserrat Alternates"/>
              <a:sym typeface="Montserrat Alternates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652" y="1421075"/>
            <a:ext cx="4126950" cy="324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Montserrat Alternates"/>
                <a:ea typeface="Montserrat Alternates"/>
                <a:cs typeface="Montserrat Alternates"/>
                <a:sym typeface="Montserrat Alternates"/>
              </a:rPr>
              <a:t>Скриншоты</a:t>
            </a:r>
            <a:endParaRPr>
              <a:latin typeface="Montserrat Alternates"/>
              <a:ea typeface="Montserrat Alternates"/>
              <a:cs typeface="Montserrat Alternates"/>
              <a:sym typeface="Montserrat Alternates"/>
            </a:endParaRPr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675" y="1397825"/>
            <a:ext cx="3798901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Montserrat Alternates"/>
                <a:ea typeface="Montserrat Alternates"/>
                <a:cs typeface="Montserrat Alternates"/>
                <a:sym typeface="Montserrat Alternates"/>
              </a:rPr>
              <a:t>Скриншоты</a:t>
            </a:r>
            <a:endParaRPr>
              <a:latin typeface="Montserrat Alternates"/>
              <a:ea typeface="Montserrat Alternates"/>
              <a:cs typeface="Montserrat Alternates"/>
              <a:sym typeface="Montserrat Alternates"/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200" y="1421075"/>
            <a:ext cx="3745852" cy="2943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Montserrat Alternates"/>
                <a:ea typeface="Montserrat Alternates"/>
                <a:cs typeface="Montserrat Alternates"/>
                <a:sym typeface="Montserrat Alternates"/>
              </a:rPr>
              <a:t>Скриншоты</a:t>
            </a:r>
            <a:endParaRPr>
              <a:latin typeface="Montserrat Alternates"/>
              <a:ea typeface="Montserrat Alternates"/>
              <a:cs typeface="Montserrat Alternates"/>
              <a:sym typeface="Montserrat Alternates"/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6088" y="1404900"/>
            <a:ext cx="3776072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